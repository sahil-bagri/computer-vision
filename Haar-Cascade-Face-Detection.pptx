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ato Bold"/>
      <p:regular r:id="rId17"/>
    </p:embeddedFont>
    <p:embeddedFont>
      <p:font typeface="Lat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10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2017142"/>
            <a:ext cx="50987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Haar Cascade Face Detection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67273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beginner-friendly guide to understanding and implementing face detection in Python using OpenCV.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901" y="618679"/>
            <a:ext cx="4769197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What Is Haar Cascade Face Detection?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472901" y="1656457"/>
            <a:ext cx="4769197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Haar Cascade is a fast, classic method for detecting human faces in images or video. The computer slides small windows across the image, checking for face-like patterns — darker eyes, a brighter nose bridge, and characteristic face shapes.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72901" y="2434679"/>
            <a:ext cx="2320230" cy="1191816"/>
          </a:xfrm>
          <a:prstGeom prst="roundRect">
            <a:avLst>
              <a:gd name="adj" fmla="val 1701"/>
            </a:avLst>
          </a:prstGeom>
          <a:solidFill>
            <a:srgbClr val="E5DFD2"/>
          </a:solidFill>
          <a:ln/>
        </p:spPr>
      </p:sp>
      <p:sp>
        <p:nvSpPr>
          <p:cNvPr id="6" name="Text 3"/>
          <p:cNvSpPr/>
          <p:nvPr/>
        </p:nvSpPr>
        <p:spPr>
          <a:xfrm>
            <a:off x="607963" y="2569741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7963" y="2858095"/>
            <a:ext cx="2050107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Scans the image with many small windows, looking for light/dark patterns that match a face.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1868" y="2434679"/>
            <a:ext cx="2320230" cy="1191816"/>
          </a:xfrm>
          <a:prstGeom prst="roundRect">
            <a:avLst>
              <a:gd name="adj" fmla="val 1701"/>
            </a:avLst>
          </a:prstGeom>
          <a:solidFill>
            <a:srgbClr val="E5DFD2"/>
          </a:solidFill>
          <a:ln/>
        </p:spPr>
      </p:sp>
      <p:sp>
        <p:nvSpPr>
          <p:cNvPr id="9" name="Text 6"/>
          <p:cNvSpPr/>
          <p:nvPr/>
        </p:nvSpPr>
        <p:spPr>
          <a:xfrm>
            <a:off x="3056930" y="2569741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Trained Model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56930" y="2858095"/>
            <a:ext cx="2050107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Uses a pre-trained XML file that already "knows" what a typical face looks like.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2901" y="3755231"/>
            <a:ext cx="4769197" cy="769590"/>
          </a:xfrm>
          <a:prstGeom prst="roundRect">
            <a:avLst>
              <a:gd name="adj" fmla="val 2634"/>
            </a:avLst>
          </a:prstGeom>
          <a:solidFill>
            <a:srgbClr val="E5DFD2"/>
          </a:solidFill>
          <a:ln/>
        </p:spPr>
      </p:sp>
      <p:sp>
        <p:nvSpPr>
          <p:cNvPr id="12" name="Text 9"/>
          <p:cNvSpPr/>
          <p:nvPr/>
        </p:nvSpPr>
        <p:spPr>
          <a:xfrm>
            <a:off x="607963" y="3890293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Common Uses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7963" y="4178647"/>
            <a:ext cx="449907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Face, smile, and eye detection — especially in real-time webcam applications.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62917"/>
            <a:ext cx="4517901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Why Convert to Grayscale First?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52054"/>
            <a:ext cx="4970190" cy="2816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25071" y="1780654"/>
            <a:ext cx="2549054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Haar Cascade doesn't need color — it only cares about light and dark patterns. Converting to grayscale makes detection faster and simpler.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5925071" y="2368972"/>
            <a:ext cx="2549054" cy="550664"/>
          </a:xfrm>
          <a:prstGeom prst="roundRect">
            <a:avLst>
              <a:gd name="adj" fmla="val 3077"/>
            </a:avLst>
          </a:prstGeom>
          <a:solidFill>
            <a:srgbClr val="E2DFD9"/>
          </a:solidFill>
          <a:ln/>
        </p:spPr>
      </p:sp>
      <p:sp>
        <p:nvSpPr>
          <p:cNvPr id="6" name="Shape 3"/>
          <p:cNvSpPr/>
          <p:nvPr/>
        </p:nvSpPr>
        <p:spPr>
          <a:xfrm>
            <a:off x="5919490" y="2368972"/>
            <a:ext cx="2560216" cy="550664"/>
          </a:xfrm>
          <a:prstGeom prst="roundRect">
            <a:avLst>
              <a:gd name="adj" fmla="val 3077"/>
            </a:avLst>
          </a:prstGeom>
          <a:solidFill>
            <a:srgbClr val="E2DFD9"/>
          </a:solidFill>
          <a:ln/>
        </p:spPr>
      </p:sp>
      <p:sp>
        <p:nvSpPr>
          <p:cNvPr id="7" name="Text 4"/>
          <p:cNvSpPr/>
          <p:nvPr/>
        </p:nvSpPr>
        <p:spPr>
          <a:xfrm>
            <a:off x="6060653" y="2481932"/>
            <a:ext cx="227788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 = cv2.cvtColor(img, cv2.COLOR_BGR2GRAY)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202" y="3970883"/>
            <a:ext cx="3866778" cy="8096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4600" y="4098131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Faster Processing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44600" y="4328592"/>
            <a:ext cx="355513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Color images have 3 channels (RGB). Grayscale has just 1 — less data means faster detection.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2659" y="3970883"/>
            <a:ext cx="3866778" cy="80969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87057" y="4098131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Better Performance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787057" y="4328592"/>
            <a:ext cx="355513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Face detection relies on intensity patterns, not color. Grayscale removes unnecessary complexity.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38584"/>
            <a:ext cx="3569122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Face Detection in Python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857696"/>
            <a:ext cx="8099301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Here's the complete code to detect faces in a static image using OpenCV and Haar Cascade.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50912" y="1112788"/>
            <a:ext cx="7642101" cy="3692128"/>
          </a:xfrm>
          <a:prstGeom prst="roundRect">
            <a:avLst>
              <a:gd name="adj" fmla="val 450"/>
            </a:avLst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45406" y="1112788"/>
            <a:ext cx="7653114" cy="3692128"/>
          </a:xfrm>
          <a:prstGeom prst="roundRect">
            <a:avLst>
              <a:gd name="adj" fmla="val 450"/>
            </a:avLst>
          </a:prstGeom>
          <a:solidFill>
            <a:srgbClr val="E2DFD9"/>
          </a:solidFill>
          <a:ln/>
        </p:spPr>
      </p:sp>
      <p:sp>
        <p:nvSpPr>
          <p:cNvPr id="6" name="Text 4"/>
          <p:cNvSpPr/>
          <p:nvPr/>
        </p:nvSpPr>
        <p:spPr>
          <a:xfrm>
            <a:off x="883816" y="1223516"/>
            <a:ext cx="7376294" cy="3470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the trained face detector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face_cascade = cv2.CascadeClassifier(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cv2.data.haarcascades + 'haarcascade_frontalface_default.xml'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and prepare the image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= cv2.imread('face.jpg')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 = cv2.cvtColor(img, cv2.COLOR_BGR2GRAY)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Detect faces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faces = face_cascade.detectMultiScale(gray, 1.3, 5)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Draw rectangles around detected faces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(x, y, w, h) in faces: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cv2.rectangle(img, (x, y), (x+w, y+h), (255, 0, 0), 2)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Display the result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cv2.imshow('Face Detection', img)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cv2.waitKey(0)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cv2.destroyAllWindows()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0371"/>
            <a:ext cx="439578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Breaking Down the Code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668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88778"/>
            <a:ext cx="2622724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99772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CascadeClassifier()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304231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Loads the pre-trained XML file that knows how to recognize faces.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6668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888778"/>
            <a:ext cx="2622724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199772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imread()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60601" y="2304231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Reads the image file from disk into memory.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6668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1888778"/>
            <a:ext cx="2622724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083" y="199772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cvtColor()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5083" y="2304231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Converts the image to grayscale for faster, cleaner detection.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227784"/>
            <a:ext cx="4004965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3367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detectMultiScale()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6119" y="3643238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Scans the image and returns the coordinates of any faces found.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2842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227784"/>
            <a:ext cx="4004965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1" name="Text 19"/>
          <p:cNvSpPr/>
          <p:nvPr/>
        </p:nvSpPr>
        <p:spPr>
          <a:xfrm>
            <a:off x="4642842" y="33367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rectangle() + imshow()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42842" y="3643238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Draws bounding boxes around each face and displays the result window.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4723061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Understanding detectMultiScale()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922586"/>
            <a:ext cx="421682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function does the actual face detection. It takes three key arguments: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489" y="1186160"/>
            <a:ext cx="3759622" cy="999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9579" y="1263997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1737" y="1629296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gray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1737" y="1895773"/>
            <a:ext cx="350512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grayscale image to scan for faces.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489" y="2275359"/>
            <a:ext cx="3759622" cy="11616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69579" y="2353196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01737" y="2718495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scaleFactor=1.3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01737" y="2984971"/>
            <a:ext cx="350512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Shrinks the image by 30% each pass, checking multiple sizes to catch faces near and far.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489" y="3526929"/>
            <a:ext cx="3759622" cy="11616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69579" y="3604766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01737" y="3970065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minNeighbors=5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801737" y="4236541"/>
            <a:ext cx="350512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Requires 5 nearby detections to agree before confirming a face — reduces false positives.</a:t>
            </a:r>
            <a:endParaRPr lang="en-US" sz="8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63959"/>
            <a:ext cx="4140324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What Does (x, y, w, h) Mean?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43" y="985912"/>
            <a:ext cx="5165154" cy="2926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7905" y="1890564"/>
            <a:ext cx="2649066" cy="1117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spcAft>
                <a:spcPts val="650"/>
              </a:spcAft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When faces are detected, the function returns a list of rectangles — one per face. Each rectangle is defined by four values: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loop runs once per detected face, drawing a rectangle around each one. If 3 faces are found, the loop runs 3 times.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21643" y="4131394"/>
            <a:ext cx="4001691" cy="648072"/>
          </a:xfrm>
          <a:prstGeom prst="roundRect">
            <a:avLst>
              <a:gd name="adj" fmla="val 2717"/>
            </a:avLst>
          </a:prstGeom>
          <a:solidFill>
            <a:srgbClr val="E5DFD2"/>
          </a:solidFill>
          <a:ln/>
        </p:spPr>
      </p:sp>
      <p:sp>
        <p:nvSpPr>
          <p:cNvPr id="6" name="Text 3"/>
          <p:cNvSpPr/>
          <p:nvPr/>
        </p:nvSpPr>
        <p:spPr>
          <a:xfrm>
            <a:off x="638994" y="4248745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x, 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38994" y="4490442"/>
            <a:ext cx="376698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Top-left corner of the face box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20518" y="4131394"/>
            <a:ext cx="4001765" cy="648072"/>
          </a:xfrm>
          <a:prstGeom prst="roundRect">
            <a:avLst>
              <a:gd name="adj" fmla="val 2717"/>
            </a:avLst>
          </a:prstGeom>
          <a:solidFill>
            <a:srgbClr val="E5DFD2"/>
          </a:solidFill>
          <a:ln/>
        </p:spPr>
      </p:sp>
      <p:sp>
        <p:nvSpPr>
          <p:cNvPr id="9" name="Text 6"/>
          <p:cNvSpPr/>
          <p:nvPr/>
        </p:nvSpPr>
        <p:spPr>
          <a:xfrm>
            <a:off x="4737869" y="4248745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w, h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737869" y="4490442"/>
            <a:ext cx="37670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Width and height of the face box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23999"/>
            <a:ext cx="4781029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Real-Time Webcam Face Detection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843111"/>
            <a:ext cx="8099301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same logic works on a live webcam feed — just replace 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imread()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with 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VideoCapture(0)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run detection inside a loop.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50912" y="1098203"/>
            <a:ext cx="7642101" cy="3218855"/>
          </a:xfrm>
          <a:prstGeom prst="roundRect">
            <a:avLst>
              <a:gd name="adj" fmla="val 516"/>
            </a:avLst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45406" y="1098203"/>
            <a:ext cx="7653114" cy="3218855"/>
          </a:xfrm>
          <a:prstGeom prst="roundRect">
            <a:avLst>
              <a:gd name="adj" fmla="val 516"/>
            </a:avLst>
          </a:prstGeom>
          <a:solidFill>
            <a:srgbClr val="E2DFD9"/>
          </a:solidFill>
          <a:ln/>
        </p:spPr>
      </p:sp>
      <p:sp>
        <p:nvSpPr>
          <p:cNvPr id="6" name="Text 4"/>
          <p:cNvSpPr/>
          <p:nvPr/>
        </p:nvSpPr>
        <p:spPr>
          <a:xfrm>
            <a:off x="883816" y="1208931"/>
            <a:ext cx="7376294" cy="299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face_cascade = cv2.CascadeClassifier(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cv2.data.haarcascades + 'haarcascade_frontalface_default.xml'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= cv2.VideoCapture(0)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ret, frame = cap.read()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gray = cv2.cvtColor(frame, cv2.COLOR_BGR2GRAY)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faces = face_cascade.detectMultiScale(gray, 1.3, 5)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(x, y, w, h) in faces: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cv2.rectangle(frame, (x, y), (x+w, y+h), (255, 0, 0), 2)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cv2.imshow('Webcam Face Detection', frame)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cv2.waitKey(1) &amp; 0xFF == ord('q'):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cap.release()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cv2.destroyAllWindows()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50912" y="4414391"/>
            <a:ext cx="7642101" cy="405110"/>
          </a:xfrm>
          <a:prstGeom prst="roundRect">
            <a:avLst>
              <a:gd name="adj" fmla="val 4101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640" y="4574977"/>
            <a:ext cx="138410" cy="1107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0779" y="4528542"/>
            <a:ext cx="76287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Press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to close the webcam window. 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VideoCapture(0)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opens your default camera.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1384"/>
            <a:ext cx="488282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Limitations of Haar Cascade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7788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Haar Cascade is simple and fast — but it has real-world limitations.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64172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21128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Sensitive to Lighting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56816" y="2419350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Poor or uneven lighting significantly reduces accuracy.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064172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33130" y="21128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Frontal Faces Only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733130" y="2419350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Works best on straight-on faces. Side profiles often go undetected.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064172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09445" y="2112838"/>
            <a:ext cx="19516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Struggles with Occlusion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509445" y="2419350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Masks, glasses, or hands covering the face can break detection.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156496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6816" y="32051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False Detections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956816" y="3511674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Can mistake non-face objects for faces, especially at low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minNeighbors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values.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156496"/>
            <a:ext cx="283518" cy="2835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733130" y="32051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Outdated Technique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3733130" y="3511674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Modern methods like CNN, MTCNN, and YOLO are far more accurate.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06226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65162" y="1070670"/>
            <a:ext cx="298996" cy="298996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4" name="Text 2"/>
          <p:cNvSpPr/>
          <p:nvPr/>
        </p:nvSpPr>
        <p:spPr>
          <a:xfrm>
            <a:off x="514983" y="1095598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88727" y="1116285"/>
            <a:ext cx="317219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Haar Cascade is a classic, fast face detector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88727" y="1398687"/>
            <a:ext cx="779011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 uses a trained XML file and simple light/dark patterns to find faces.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5162" y="1853803"/>
            <a:ext cx="298996" cy="298996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8" name="Text 6"/>
          <p:cNvSpPr/>
          <p:nvPr/>
        </p:nvSpPr>
        <p:spPr>
          <a:xfrm>
            <a:off x="514983" y="1878732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88727" y="1899419"/>
            <a:ext cx="240275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Always convert to grayscale first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8727" y="2181820"/>
            <a:ext cx="779011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Grayscale reduces data from 3 channels to 1, speeding up detection.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5162" y="2636937"/>
            <a:ext cx="298996" cy="298996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12" name="Text 10"/>
          <p:cNvSpPr/>
          <p:nvPr/>
        </p:nvSpPr>
        <p:spPr>
          <a:xfrm>
            <a:off x="514983" y="2661865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88727" y="2682553"/>
            <a:ext cx="277906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detectMultiScale() handles face sizing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8727" y="2964954"/>
            <a:ext cx="779011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scaleFactor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checks multiple sizes;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minNeighbors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filters false positives.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5162" y="3420070"/>
            <a:ext cx="298996" cy="298996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16" name="Text 14"/>
          <p:cNvSpPr/>
          <p:nvPr/>
        </p:nvSpPr>
        <p:spPr>
          <a:xfrm>
            <a:off x="514983" y="344499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88727" y="3465686"/>
            <a:ext cx="272935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(x, y, w, h) defines each face rectangle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8727" y="3748087"/>
            <a:ext cx="779011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loop draws a bounding box around every detected face.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5162" y="4203204"/>
            <a:ext cx="298996" cy="298996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20" name="Text 18"/>
          <p:cNvSpPr/>
          <p:nvPr/>
        </p:nvSpPr>
        <p:spPr>
          <a:xfrm>
            <a:off x="514983" y="4228133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5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88727" y="4248820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Know its limits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8727" y="4531221"/>
            <a:ext cx="779011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Lighting, angles, and occlusion challenge Haar Cascade — consider modern AI models for production.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2026-06-02T04:05:46Z</dcterms:created>
  <dcterms:modified xsi:type="dcterms:W3CDTF">2026-06-02T04:05:46Z</dcterms:modified>
</cp:coreProperties>
</file>